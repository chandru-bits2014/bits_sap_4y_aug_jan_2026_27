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8" r:id="rId11"/>
    <p:sldId id="279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51AE6E-6C28-4092-865C-90B256FA82A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0719704-12B7-4E8A-AF82-7E436AFDE0A8}">
      <dgm:prSet phldrT="[Text]"/>
      <dgm:spPr/>
      <dgm:t>
        <a:bodyPr/>
        <a:lstStyle/>
        <a:p>
          <a:r>
            <a:rPr lang="en-US" dirty="0"/>
            <a:t>An Event Triggered HTTP request</a:t>
          </a:r>
          <a:endParaRPr lang="en-IN" dirty="0"/>
        </a:p>
      </dgm:t>
    </dgm:pt>
    <dgm:pt modelId="{34017CA1-3427-4245-B3B0-3AF7C2F312EB}" type="parTrans" cxnId="{A3EB1253-9341-4E37-8236-C6B667AD9E74}">
      <dgm:prSet/>
      <dgm:spPr/>
      <dgm:t>
        <a:bodyPr/>
        <a:lstStyle/>
        <a:p>
          <a:endParaRPr lang="en-IN"/>
        </a:p>
      </dgm:t>
    </dgm:pt>
    <dgm:pt modelId="{023FC394-DD85-4650-A503-CE5ECBBB39F1}" type="sibTrans" cxnId="{A3EB1253-9341-4E37-8236-C6B667AD9E74}">
      <dgm:prSet/>
      <dgm:spPr/>
      <dgm:t>
        <a:bodyPr/>
        <a:lstStyle/>
        <a:p>
          <a:endParaRPr lang="en-IN"/>
        </a:p>
      </dgm:t>
    </dgm:pt>
    <dgm:pt modelId="{30500A10-9E59-4BF9-9937-4C39CFCFF32C}">
      <dgm:prSet phldrT="[Text]"/>
      <dgm:spPr/>
      <dgm:t>
        <a:bodyPr/>
        <a:lstStyle/>
        <a:p>
          <a:r>
            <a:rPr lang="en-US" dirty="0"/>
            <a:t>HTTP callback action triggered by an event in a server</a:t>
          </a:r>
          <a:endParaRPr lang="en-IN" dirty="0"/>
        </a:p>
      </dgm:t>
    </dgm:pt>
    <dgm:pt modelId="{FE06E62B-6D94-40CD-AE39-7A49DD019846}" type="parTrans" cxnId="{4B0073F5-64F6-44B6-A8EE-BA9CCE78730D}">
      <dgm:prSet/>
      <dgm:spPr/>
      <dgm:t>
        <a:bodyPr/>
        <a:lstStyle/>
        <a:p>
          <a:endParaRPr lang="en-IN"/>
        </a:p>
      </dgm:t>
    </dgm:pt>
    <dgm:pt modelId="{67D927DA-23AA-423B-BA65-996F56ACBB19}" type="sibTrans" cxnId="{4B0073F5-64F6-44B6-A8EE-BA9CCE78730D}">
      <dgm:prSet/>
      <dgm:spPr/>
      <dgm:t>
        <a:bodyPr/>
        <a:lstStyle/>
        <a:p>
          <a:endParaRPr lang="en-IN"/>
        </a:p>
      </dgm:t>
    </dgm:pt>
    <dgm:pt modelId="{3DF1A16E-BBAE-40B9-9AB3-F47C238C7E57}">
      <dgm:prSet phldrT="[Text]"/>
      <dgm:spPr/>
      <dgm:t>
        <a:bodyPr/>
        <a:lstStyle/>
        <a:p>
          <a:r>
            <a:rPr lang="en-US" dirty="0"/>
            <a:t>Uses HTTP as protocol</a:t>
          </a:r>
          <a:endParaRPr lang="en-IN" dirty="0"/>
        </a:p>
      </dgm:t>
    </dgm:pt>
    <dgm:pt modelId="{70D233FE-3BFA-4275-B442-250D45910F10}" type="parTrans" cxnId="{CA5A0664-0D1A-4F89-8BB0-61E96E71CC7E}">
      <dgm:prSet/>
      <dgm:spPr/>
      <dgm:t>
        <a:bodyPr/>
        <a:lstStyle/>
        <a:p>
          <a:endParaRPr lang="en-IN"/>
        </a:p>
      </dgm:t>
    </dgm:pt>
    <dgm:pt modelId="{21591A4C-D5CC-4035-AD75-484D36DD6A74}" type="sibTrans" cxnId="{CA5A0664-0D1A-4F89-8BB0-61E96E71CC7E}">
      <dgm:prSet/>
      <dgm:spPr/>
      <dgm:t>
        <a:bodyPr/>
        <a:lstStyle/>
        <a:p>
          <a:endParaRPr lang="en-IN"/>
        </a:p>
      </dgm:t>
    </dgm:pt>
    <dgm:pt modelId="{F6F7A2F0-26A3-4C77-859C-5743C5153B55}" type="pres">
      <dgm:prSet presAssocID="{EB51AE6E-6C28-4092-865C-90B256FA82AF}" presName="linear" presStyleCnt="0">
        <dgm:presLayoutVars>
          <dgm:dir/>
          <dgm:animLvl val="lvl"/>
          <dgm:resizeHandles val="exact"/>
        </dgm:presLayoutVars>
      </dgm:prSet>
      <dgm:spPr/>
    </dgm:pt>
    <dgm:pt modelId="{F1852CEA-9F9D-4E5B-8097-27DA7EE11C63}" type="pres">
      <dgm:prSet presAssocID="{00719704-12B7-4E8A-AF82-7E436AFDE0A8}" presName="parentLin" presStyleCnt="0"/>
      <dgm:spPr/>
    </dgm:pt>
    <dgm:pt modelId="{F4D47A70-0C57-447A-8921-B731DEA21D7C}" type="pres">
      <dgm:prSet presAssocID="{00719704-12B7-4E8A-AF82-7E436AFDE0A8}" presName="parentLeftMargin" presStyleLbl="node1" presStyleIdx="0" presStyleCnt="3"/>
      <dgm:spPr/>
    </dgm:pt>
    <dgm:pt modelId="{6A90DB53-1E29-4837-BAAF-DAFBC0EC7744}" type="pres">
      <dgm:prSet presAssocID="{00719704-12B7-4E8A-AF82-7E436AFDE0A8}" presName="parentText" presStyleLbl="node1" presStyleIdx="0" presStyleCnt="3" custLinFactNeighborX="10902" custLinFactNeighborY="-295">
        <dgm:presLayoutVars>
          <dgm:chMax val="0"/>
          <dgm:bulletEnabled val="1"/>
        </dgm:presLayoutVars>
      </dgm:prSet>
      <dgm:spPr/>
    </dgm:pt>
    <dgm:pt modelId="{A3B354E7-B874-46B0-8F10-D67D1DEA25BA}" type="pres">
      <dgm:prSet presAssocID="{00719704-12B7-4E8A-AF82-7E436AFDE0A8}" presName="negativeSpace" presStyleCnt="0"/>
      <dgm:spPr/>
    </dgm:pt>
    <dgm:pt modelId="{2BDFE833-C105-48E3-B904-5B8C8F16A747}" type="pres">
      <dgm:prSet presAssocID="{00719704-12B7-4E8A-AF82-7E436AFDE0A8}" presName="childText" presStyleLbl="conFgAcc1" presStyleIdx="0" presStyleCnt="3" custLinFactNeighborX="946" custLinFactNeighborY="-24341">
        <dgm:presLayoutVars>
          <dgm:bulletEnabled val="1"/>
        </dgm:presLayoutVars>
      </dgm:prSet>
      <dgm:spPr/>
    </dgm:pt>
    <dgm:pt modelId="{DE9194C6-68D3-41A5-B599-2E56D4D3B448}" type="pres">
      <dgm:prSet presAssocID="{023FC394-DD85-4650-A503-CE5ECBBB39F1}" presName="spaceBetweenRectangles" presStyleCnt="0"/>
      <dgm:spPr/>
    </dgm:pt>
    <dgm:pt modelId="{BA791FC4-30F8-4F50-BF54-192B745B4D2A}" type="pres">
      <dgm:prSet presAssocID="{30500A10-9E59-4BF9-9937-4C39CFCFF32C}" presName="parentLin" presStyleCnt="0"/>
      <dgm:spPr/>
    </dgm:pt>
    <dgm:pt modelId="{96BC6F7F-6314-412B-9BD9-E7ED04D0E86E}" type="pres">
      <dgm:prSet presAssocID="{30500A10-9E59-4BF9-9937-4C39CFCFF32C}" presName="parentLeftMargin" presStyleLbl="node1" presStyleIdx="0" presStyleCnt="3"/>
      <dgm:spPr/>
    </dgm:pt>
    <dgm:pt modelId="{A09C958A-46B3-4FE4-9663-A155785228E9}" type="pres">
      <dgm:prSet presAssocID="{30500A10-9E59-4BF9-9937-4C39CFCFF32C}" presName="parentText" presStyleLbl="node1" presStyleIdx="1" presStyleCnt="3" custLinFactNeighborX="22707" custLinFactNeighborY="-4453">
        <dgm:presLayoutVars>
          <dgm:chMax val="0"/>
          <dgm:bulletEnabled val="1"/>
        </dgm:presLayoutVars>
      </dgm:prSet>
      <dgm:spPr/>
    </dgm:pt>
    <dgm:pt modelId="{27CA4147-F279-4C3A-966C-CEFD1A5FD95E}" type="pres">
      <dgm:prSet presAssocID="{30500A10-9E59-4BF9-9937-4C39CFCFF32C}" presName="negativeSpace" presStyleCnt="0"/>
      <dgm:spPr/>
    </dgm:pt>
    <dgm:pt modelId="{93EA9B58-AC6B-4DE8-9E99-5E4B814DC975}" type="pres">
      <dgm:prSet presAssocID="{30500A10-9E59-4BF9-9937-4C39CFCFF32C}" presName="childText" presStyleLbl="conFgAcc1" presStyleIdx="1" presStyleCnt="3" custLinFactNeighborX="946" custLinFactNeighborY="-24341">
        <dgm:presLayoutVars>
          <dgm:bulletEnabled val="1"/>
        </dgm:presLayoutVars>
      </dgm:prSet>
      <dgm:spPr/>
    </dgm:pt>
    <dgm:pt modelId="{6BE0A654-B18D-43F9-A625-569CD7C384FD}" type="pres">
      <dgm:prSet presAssocID="{67D927DA-23AA-423B-BA65-996F56ACBB19}" presName="spaceBetweenRectangles" presStyleCnt="0"/>
      <dgm:spPr/>
    </dgm:pt>
    <dgm:pt modelId="{19D7DD09-27E0-4C93-B790-63D5D2B46456}" type="pres">
      <dgm:prSet presAssocID="{3DF1A16E-BBAE-40B9-9AB3-F47C238C7E57}" presName="parentLin" presStyleCnt="0"/>
      <dgm:spPr/>
    </dgm:pt>
    <dgm:pt modelId="{703AF55F-5D54-4934-B359-3DF273962056}" type="pres">
      <dgm:prSet presAssocID="{3DF1A16E-BBAE-40B9-9AB3-F47C238C7E57}" presName="parentLeftMargin" presStyleLbl="node1" presStyleIdx="1" presStyleCnt="3"/>
      <dgm:spPr/>
    </dgm:pt>
    <dgm:pt modelId="{932ACC09-91B0-4D68-A8A5-ACEDA5FE03E0}" type="pres">
      <dgm:prSet presAssocID="{3DF1A16E-BBAE-40B9-9AB3-F47C238C7E57}" presName="parentText" presStyleLbl="node1" presStyleIdx="2" presStyleCnt="3" custLinFactNeighborX="22707" custLinFactNeighborY="-4453">
        <dgm:presLayoutVars>
          <dgm:chMax val="0"/>
          <dgm:bulletEnabled val="1"/>
        </dgm:presLayoutVars>
      </dgm:prSet>
      <dgm:spPr/>
    </dgm:pt>
    <dgm:pt modelId="{FF8001D2-3D03-490E-9D6E-0E11F3102CD7}" type="pres">
      <dgm:prSet presAssocID="{3DF1A16E-BBAE-40B9-9AB3-F47C238C7E57}" presName="negativeSpace" presStyleCnt="0"/>
      <dgm:spPr/>
    </dgm:pt>
    <dgm:pt modelId="{058586DD-1A59-494C-9D0D-772B5F6F1399}" type="pres">
      <dgm:prSet presAssocID="{3DF1A16E-BBAE-40B9-9AB3-F47C238C7E57}" presName="childText" presStyleLbl="conFgAcc1" presStyleIdx="2" presStyleCnt="3" custLinFactNeighborX="946" custLinFactNeighborY="-7812">
        <dgm:presLayoutVars>
          <dgm:bulletEnabled val="1"/>
        </dgm:presLayoutVars>
      </dgm:prSet>
      <dgm:spPr/>
    </dgm:pt>
  </dgm:ptLst>
  <dgm:cxnLst>
    <dgm:cxn modelId="{CA5A0664-0D1A-4F89-8BB0-61E96E71CC7E}" srcId="{EB51AE6E-6C28-4092-865C-90B256FA82AF}" destId="{3DF1A16E-BBAE-40B9-9AB3-F47C238C7E57}" srcOrd="2" destOrd="0" parTransId="{70D233FE-3BFA-4275-B442-250D45910F10}" sibTransId="{21591A4C-D5CC-4035-AD75-484D36DD6A74}"/>
    <dgm:cxn modelId="{A3EB1253-9341-4E37-8236-C6B667AD9E74}" srcId="{EB51AE6E-6C28-4092-865C-90B256FA82AF}" destId="{00719704-12B7-4E8A-AF82-7E436AFDE0A8}" srcOrd="0" destOrd="0" parTransId="{34017CA1-3427-4245-B3B0-3AF7C2F312EB}" sibTransId="{023FC394-DD85-4650-A503-CE5ECBBB39F1}"/>
    <dgm:cxn modelId="{9A279477-B167-4E15-AB90-B24430ABAA9C}" type="presOf" srcId="{3DF1A16E-BBAE-40B9-9AB3-F47C238C7E57}" destId="{932ACC09-91B0-4D68-A8A5-ACEDA5FE03E0}" srcOrd="1" destOrd="0" presId="urn:microsoft.com/office/officeart/2005/8/layout/list1"/>
    <dgm:cxn modelId="{5874A49E-F51E-4E1A-A8DD-966E688481AE}" type="presOf" srcId="{00719704-12B7-4E8A-AF82-7E436AFDE0A8}" destId="{6A90DB53-1E29-4837-BAAF-DAFBC0EC7744}" srcOrd="1" destOrd="0" presId="urn:microsoft.com/office/officeart/2005/8/layout/list1"/>
    <dgm:cxn modelId="{7D487DA9-47E4-4D22-B16D-73E8FC4CC26E}" type="presOf" srcId="{30500A10-9E59-4BF9-9937-4C39CFCFF32C}" destId="{96BC6F7F-6314-412B-9BD9-E7ED04D0E86E}" srcOrd="0" destOrd="0" presId="urn:microsoft.com/office/officeart/2005/8/layout/list1"/>
    <dgm:cxn modelId="{A9ED0FB6-0061-4683-BD98-B9AD867E0D04}" type="presOf" srcId="{3DF1A16E-BBAE-40B9-9AB3-F47C238C7E57}" destId="{703AF55F-5D54-4934-B359-3DF273962056}" srcOrd="0" destOrd="0" presId="urn:microsoft.com/office/officeart/2005/8/layout/list1"/>
    <dgm:cxn modelId="{401228BF-E86F-4462-8692-9393A7E6C26E}" type="presOf" srcId="{00719704-12B7-4E8A-AF82-7E436AFDE0A8}" destId="{F4D47A70-0C57-447A-8921-B731DEA21D7C}" srcOrd="0" destOrd="0" presId="urn:microsoft.com/office/officeart/2005/8/layout/list1"/>
    <dgm:cxn modelId="{0660F9CB-43A4-43E3-8D64-BE31E9C535AE}" type="presOf" srcId="{30500A10-9E59-4BF9-9937-4C39CFCFF32C}" destId="{A09C958A-46B3-4FE4-9663-A155785228E9}" srcOrd="1" destOrd="0" presId="urn:microsoft.com/office/officeart/2005/8/layout/list1"/>
    <dgm:cxn modelId="{907064EE-5D9D-4D28-919B-D51DE6F365C7}" type="presOf" srcId="{EB51AE6E-6C28-4092-865C-90B256FA82AF}" destId="{F6F7A2F0-26A3-4C77-859C-5743C5153B55}" srcOrd="0" destOrd="0" presId="urn:microsoft.com/office/officeart/2005/8/layout/list1"/>
    <dgm:cxn modelId="{4B0073F5-64F6-44B6-A8EE-BA9CCE78730D}" srcId="{EB51AE6E-6C28-4092-865C-90B256FA82AF}" destId="{30500A10-9E59-4BF9-9937-4C39CFCFF32C}" srcOrd="1" destOrd="0" parTransId="{FE06E62B-6D94-40CD-AE39-7A49DD019846}" sibTransId="{67D927DA-23AA-423B-BA65-996F56ACBB19}"/>
    <dgm:cxn modelId="{C15F764B-BA34-4D74-A845-D0731605FE1D}" type="presParOf" srcId="{F6F7A2F0-26A3-4C77-859C-5743C5153B55}" destId="{F1852CEA-9F9D-4E5B-8097-27DA7EE11C63}" srcOrd="0" destOrd="0" presId="urn:microsoft.com/office/officeart/2005/8/layout/list1"/>
    <dgm:cxn modelId="{EC45C5BA-67F7-43B4-ACEF-A0D1846FB06A}" type="presParOf" srcId="{F1852CEA-9F9D-4E5B-8097-27DA7EE11C63}" destId="{F4D47A70-0C57-447A-8921-B731DEA21D7C}" srcOrd="0" destOrd="0" presId="urn:microsoft.com/office/officeart/2005/8/layout/list1"/>
    <dgm:cxn modelId="{5AFD54BD-BE12-4AA1-B75A-D1FD6CA92D58}" type="presParOf" srcId="{F1852CEA-9F9D-4E5B-8097-27DA7EE11C63}" destId="{6A90DB53-1E29-4837-BAAF-DAFBC0EC7744}" srcOrd="1" destOrd="0" presId="urn:microsoft.com/office/officeart/2005/8/layout/list1"/>
    <dgm:cxn modelId="{68F2FF52-60FE-4388-AB8F-9C97292D6511}" type="presParOf" srcId="{F6F7A2F0-26A3-4C77-859C-5743C5153B55}" destId="{A3B354E7-B874-46B0-8F10-D67D1DEA25BA}" srcOrd="1" destOrd="0" presId="urn:microsoft.com/office/officeart/2005/8/layout/list1"/>
    <dgm:cxn modelId="{D5003C57-C6D5-4557-8B22-D4C9B141E145}" type="presParOf" srcId="{F6F7A2F0-26A3-4C77-859C-5743C5153B55}" destId="{2BDFE833-C105-48E3-B904-5B8C8F16A747}" srcOrd="2" destOrd="0" presId="urn:microsoft.com/office/officeart/2005/8/layout/list1"/>
    <dgm:cxn modelId="{5CBD0677-3683-4B5A-B6C6-E9947CA8321C}" type="presParOf" srcId="{F6F7A2F0-26A3-4C77-859C-5743C5153B55}" destId="{DE9194C6-68D3-41A5-B599-2E56D4D3B448}" srcOrd="3" destOrd="0" presId="urn:microsoft.com/office/officeart/2005/8/layout/list1"/>
    <dgm:cxn modelId="{0D457F0D-066C-4CB3-A934-E4734DB97044}" type="presParOf" srcId="{F6F7A2F0-26A3-4C77-859C-5743C5153B55}" destId="{BA791FC4-30F8-4F50-BF54-192B745B4D2A}" srcOrd="4" destOrd="0" presId="urn:microsoft.com/office/officeart/2005/8/layout/list1"/>
    <dgm:cxn modelId="{22F42192-5F33-4CED-BF5D-54D23800BA7D}" type="presParOf" srcId="{BA791FC4-30F8-4F50-BF54-192B745B4D2A}" destId="{96BC6F7F-6314-412B-9BD9-E7ED04D0E86E}" srcOrd="0" destOrd="0" presId="urn:microsoft.com/office/officeart/2005/8/layout/list1"/>
    <dgm:cxn modelId="{DECABC9D-D379-4DA3-8D0A-1D5B244A1E8D}" type="presParOf" srcId="{BA791FC4-30F8-4F50-BF54-192B745B4D2A}" destId="{A09C958A-46B3-4FE4-9663-A155785228E9}" srcOrd="1" destOrd="0" presId="urn:microsoft.com/office/officeart/2005/8/layout/list1"/>
    <dgm:cxn modelId="{562C2A09-D8E2-450F-B257-8C8D61001381}" type="presParOf" srcId="{F6F7A2F0-26A3-4C77-859C-5743C5153B55}" destId="{27CA4147-F279-4C3A-966C-CEFD1A5FD95E}" srcOrd="5" destOrd="0" presId="urn:microsoft.com/office/officeart/2005/8/layout/list1"/>
    <dgm:cxn modelId="{C4DBE2E6-436D-4E92-BC67-8FD597C9B5BE}" type="presParOf" srcId="{F6F7A2F0-26A3-4C77-859C-5743C5153B55}" destId="{93EA9B58-AC6B-4DE8-9E99-5E4B814DC975}" srcOrd="6" destOrd="0" presId="urn:microsoft.com/office/officeart/2005/8/layout/list1"/>
    <dgm:cxn modelId="{9F5ACED5-01CD-4E33-8A17-C7963EE9C037}" type="presParOf" srcId="{F6F7A2F0-26A3-4C77-859C-5743C5153B55}" destId="{6BE0A654-B18D-43F9-A625-569CD7C384FD}" srcOrd="7" destOrd="0" presId="urn:microsoft.com/office/officeart/2005/8/layout/list1"/>
    <dgm:cxn modelId="{395AD30F-57E0-4692-B3F4-827CD0510F65}" type="presParOf" srcId="{F6F7A2F0-26A3-4C77-859C-5743C5153B55}" destId="{19D7DD09-27E0-4C93-B790-63D5D2B46456}" srcOrd="8" destOrd="0" presId="urn:microsoft.com/office/officeart/2005/8/layout/list1"/>
    <dgm:cxn modelId="{0118F353-3D44-4905-903B-D8AFB9139EB2}" type="presParOf" srcId="{19D7DD09-27E0-4C93-B790-63D5D2B46456}" destId="{703AF55F-5D54-4934-B359-3DF273962056}" srcOrd="0" destOrd="0" presId="urn:microsoft.com/office/officeart/2005/8/layout/list1"/>
    <dgm:cxn modelId="{305AE460-2FF1-4112-8237-F7618A18E189}" type="presParOf" srcId="{19D7DD09-27E0-4C93-B790-63D5D2B46456}" destId="{932ACC09-91B0-4D68-A8A5-ACEDA5FE03E0}" srcOrd="1" destOrd="0" presId="urn:microsoft.com/office/officeart/2005/8/layout/list1"/>
    <dgm:cxn modelId="{C2E24A19-3E80-46AE-87E8-822F511CC9C2}" type="presParOf" srcId="{F6F7A2F0-26A3-4C77-859C-5743C5153B55}" destId="{FF8001D2-3D03-490E-9D6E-0E11F3102CD7}" srcOrd="9" destOrd="0" presId="urn:microsoft.com/office/officeart/2005/8/layout/list1"/>
    <dgm:cxn modelId="{F73C92A0-4149-41BC-A31C-ADB4CB8C61C1}" type="presParOf" srcId="{F6F7A2F0-26A3-4C77-859C-5743C5153B55}" destId="{058586DD-1A59-494C-9D0D-772B5F6F139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51AE6E-6C28-4092-865C-90B256FA82A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0719704-12B7-4E8A-AF82-7E436AFDE0A8}">
      <dgm:prSet phldrT="[Text]"/>
      <dgm:spPr/>
      <dgm:t>
        <a:bodyPr/>
        <a:lstStyle/>
        <a:p>
          <a:r>
            <a:rPr lang="en-US" dirty="0"/>
            <a:t>It establishes 2 way persistent com channel</a:t>
          </a:r>
          <a:endParaRPr lang="en-IN" dirty="0"/>
        </a:p>
      </dgm:t>
    </dgm:pt>
    <dgm:pt modelId="{34017CA1-3427-4245-B3B0-3AF7C2F312EB}" type="parTrans" cxnId="{A3EB1253-9341-4E37-8236-C6B667AD9E74}">
      <dgm:prSet/>
      <dgm:spPr/>
      <dgm:t>
        <a:bodyPr/>
        <a:lstStyle/>
        <a:p>
          <a:endParaRPr lang="en-IN"/>
        </a:p>
      </dgm:t>
    </dgm:pt>
    <dgm:pt modelId="{023FC394-DD85-4650-A503-CE5ECBBB39F1}" type="sibTrans" cxnId="{A3EB1253-9341-4E37-8236-C6B667AD9E74}">
      <dgm:prSet/>
      <dgm:spPr/>
      <dgm:t>
        <a:bodyPr/>
        <a:lstStyle/>
        <a:p>
          <a:endParaRPr lang="en-IN"/>
        </a:p>
      </dgm:t>
    </dgm:pt>
    <dgm:pt modelId="{438BB630-EF5F-4608-B768-C5AFFE6802B1}">
      <dgm:prSet/>
      <dgm:spPr/>
      <dgm:t>
        <a:bodyPr/>
        <a:lstStyle/>
        <a:p>
          <a:r>
            <a:rPr lang="en-US" b="0" i="0" dirty="0" err="1"/>
            <a:t>WebSockets</a:t>
          </a:r>
          <a:r>
            <a:rPr lang="en-US" b="0" i="0" dirty="0"/>
            <a:t> can be very beneficial when working on                </a:t>
          </a:r>
        </a:p>
        <a:p>
          <a:r>
            <a:rPr lang="en-US" b="0" i="0" dirty="0"/>
            <a:t>low-latency server-client data streaming applications.</a:t>
          </a:r>
          <a:endParaRPr lang="en-US" dirty="0"/>
        </a:p>
      </dgm:t>
    </dgm:pt>
    <dgm:pt modelId="{8343FE9C-7028-4A08-B49C-2FED02ADF136}" type="parTrans" cxnId="{AD5C3358-A0D2-4C44-8BAC-3AA522B57097}">
      <dgm:prSet/>
      <dgm:spPr/>
      <dgm:t>
        <a:bodyPr/>
        <a:lstStyle/>
        <a:p>
          <a:endParaRPr lang="en-IN"/>
        </a:p>
      </dgm:t>
    </dgm:pt>
    <dgm:pt modelId="{0546CF1D-3B28-4008-9165-860B83984042}" type="sibTrans" cxnId="{AD5C3358-A0D2-4C44-8BAC-3AA522B57097}">
      <dgm:prSet/>
      <dgm:spPr/>
      <dgm:t>
        <a:bodyPr/>
        <a:lstStyle/>
        <a:p>
          <a:endParaRPr lang="en-IN"/>
        </a:p>
      </dgm:t>
    </dgm:pt>
    <dgm:pt modelId="{05865A01-222C-4DF4-ADCE-FCA3E2A7EDFB}">
      <dgm:prSet/>
      <dgm:spPr/>
      <dgm:t>
        <a:bodyPr/>
        <a:lstStyle/>
        <a:p>
          <a:r>
            <a:rPr lang="en-US" dirty="0"/>
            <a:t>Is a Protocol by itself unlike Webhooks which uses HTTP</a:t>
          </a:r>
          <a:endParaRPr lang="en-IN" dirty="0"/>
        </a:p>
      </dgm:t>
    </dgm:pt>
    <dgm:pt modelId="{4E0E3628-22C3-4394-8E20-837B4357E4C0}" type="parTrans" cxnId="{8B7B1410-61A0-4B69-8E21-B1D1F5006BDA}">
      <dgm:prSet/>
      <dgm:spPr/>
      <dgm:t>
        <a:bodyPr/>
        <a:lstStyle/>
        <a:p>
          <a:endParaRPr lang="en-IN"/>
        </a:p>
      </dgm:t>
    </dgm:pt>
    <dgm:pt modelId="{3016279A-1137-411E-9CA5-41BA63A2F750}" type="sibTrans" cxnId="{8B7B1410-61A0-4B69-8E21-B1D1F5006BDA}">
      <dgm:prSet/>
      <dgm:spPr/>
      <dgm:t>
        <a:bodyPr/>
        <a:lstStyle/>
        <a:p>
          <a:endParaRPr lang="en-IN"/>
        </a:p>
      </dgm:t>
    </dgm:pt>
    <dgm:pt modelId="{2E37B46C-38B3-4105-9DCA-F52E1A1DB874}">
      <dgm:prSet/>
      <dgm:spPr/>
      <dgm:t>
        <a:bodyPr/>
        <a:lstStyle/>
        <a:p>
          <a:r>
            <a:rPr lang="en-US" b="0" i="0" dirty="0"/>
            <a:t>Best example of </a:t>
          </a:r>
          <a:r>
            <a:rPr lang="en-US" b="0" i="0" dirty="0" err="1"/>
            <a:t>WebSockets</a:t>
          </a:r>
          <a:r>
            <a:rPr lang="en-US" b="0" i="0" dirty="0"/>
            <a:t> is in chat applications like WhatsApp</a:t>
          </a:r>
          <a:endParaRPr lang="en-US" dirty="0"/>
        </a:p>
      </dgm:t>
    </dgm:pt>
    <dgm:pt modelId="{06C65E95-70D7-467A-9211-32387A53F2FD}" type="parTrans" cxnId="{CD943B30-3260-4BA1-BFFD-81DB0ADC9496}">
      <dgm:prSet/>
      <dgm:spPr/>
      <dgm:t>
        <a:bodyPr/>
        <a:lstStyle/>
        <a:p>
          <a:endParaRPr lang="en-IN"/>
        </a:p>
      </dgm:t>
    </dgm:pt>
    <dgm:pt modelId="{2F008B64-57B6-40A4-A56E-00AC5DDA6D3B}" type="sibTrans" cxnId="{CD943B30-3260-4BA1-BFFD-81DB0ADC9496}">
      <dgm:prSet/>
      <dgm:spPr/>
      <dgm:t>
        <a:bodyPr/>
        <a:lstStyle/>
        <a:p>
          <a:endParaRPr lang="en-IN"/>
        </a:p>
      </dgm:t>
    </dgm:pt>
    <dgm:pt modelId="{F6F7A2F0-26A3-4C77-859C-5743C5153B55}" type="pres">
      <dgm:prSet presAssocID="{EB51AE6E-6C28-4092-865C-90B256FA82AF}" presName="linear" presStyleCnt="0">
        <dgm:presLayoutVars>
          <dgm:dir/>
          <dgm:animLvl val="lvl"/>
          <dgm:resizeHandles val="exact"/>
        </dgm:presLayoutVars>
      </dgm:prSet>
      <dgm:spPr/>
    </dgm:pt>
    <dgm:pt modelId="{F1852CEA-9F9D-4E5B-8097-27DA7EE11C63}" type="pres">
      <dgm:prSet presAssocID="{00719704-12B7-4E8A-AF82-7E436AFDE0A8}" presName="parentLin" presStyleCnt="0"/>
      <dgm:spPr/>
    </dgm:pt>
    <dgm:pt modelId="{F4D47A70-0C57-447A-8921-B731DEA21D7C}" type="pres">
      <dgm:prSet presAssocID="{00719704-12B7-4E8A-AF82-7E436AFDE0A8}" presName="parentLeftMargin" presStyleLbl="node1" presStyleIdx="0" presStyleCnt="4"/>
      <dgm:spPr/>
    </dgm:pt>
    <dgm:pt modelId="{6A90DB53-1E29-4837-BAAF-DAFBC0EC7744}" type="pres">
      <dgm:prSet presAssocID="{00719704-12B7-4E8A-AF82-7E436AFDE0A8}" presName="parentText" presStyleLbl="node1" presStyleIdx="0" presStyleCnt="4" custLinFactNeighborX="10902" custLinFactNeighborY="-295">
        <dgm:presLayoutVars>
          <dgm:chMax val="0"/>
          <dgm:bulletEnabled val="1"/>
        </dgm:presLayoutVars>
      </dgm:prSet>
      <dgm:spPr/>
    </dgm:pt>
    <dgm:pt modelId="{A3B354E7-B874-46B0-8F10-D67D1DEA25BA}" type="pres">
      <dgm:prSet presAssocID="{00719704-12B7-4E8A-AF82-7E436AFDE0A8}" presName="negativeSpace" presStyleCnt="0"/>
      <dgm:spPr/>
    </dgm:pt>
    <dgm:pt modelId="{2BDFE833-C105-48E3-B904-5B8C8F16A747}" type="pres">
      <dgm:prSet presAssocID="{00719704-12B7-4E8A-AF82-7E436AFDE0A8}" presName="childText" presStyleLbl="conFgAcc1" presStyleIdx="0" presStyleCnt="4" custLinFactNeighborX="946" custLinFactNeighborY="-24341">
        <dgm:presLayoutVars>
          <dgm:bulletEnabled val="1"/>
        </dgm:presLayoutVars>
      </dgm:prSet>
      <dgm:spPr/>
    </dgm:pt>
    <dgm:pt modelId="{DE9194C6-68D3-41A5-B599-2E56D4D3B448}" type="pres">
      <dgm:prSet presAssocID="{023FC394-DD85-4650-A503-CE5ECBBB39F1}" presName="spaceBetweenRectangles" presStyleCnt="0"/>
      <dgm:spPr/>
    </dgm:pt>
    <dgm:pt modelId="{6DD7D664-0DD0-4117-AF6B-C4EE6108574F}" type="pres">
      <dgm:prSet presAssocID="{05865A01-222C-4DF4-ADCE-FCA3E2A7EDFB}" presName="parentLin" presStyleCnt="0"/>
      <dgm:spPr/>
    </dgm:pt>
    <dgm:pt modelId="{33597A83-12F3-437F-8AB9-24A924EA9566}" type="pres">
      <dgm:prSet presAssocID="{05865A01-222C-4DF4-ADCE-FCA3E2A7EDFB}" presName="parentLeftMargin" presStyleLbl="node1" presStyleIdx="0" presStyleCnt="4"/>
      <dgm:spPr/>
    </dgm:pt>
    <dgm:pt modelId="{B1DA2E06-33F7-4142-A3A8-A3CA86510030}" type="pres">
      <dgm:prSet presAssocID="{05865A01-222C-4DF4-ADCE-FCA3E2A7EDF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A4C21C6-5B32-43C7-BB01-4C397D7FAF64}" type="pres">
      <dgm:prSet presAssocID="{05865A01-222C-4DF4-ADCE-FCA3E2A7EDFB}" presName="negativeSpace" presStyleCnt="0"/>
      <dgm:spPr/>
    </dgm:pt>
    <dgm:pt modelId="{819D768B-E362-405B-B65C-F0D02E4FC4C3}" type="pres">
      <dgm:prSet presAssocID="{05865A01-222C-4DF4-ADCE-FCA3E2A7EDFB}" presName="childText" presStyleLbl="conFgAcc1" presStyleIdx="1" presStyleCnt="4">
        <dgm:presLayoutVars>
          <dgm:bulletEnabled val="1"/>
        </dgm:presLayoutVars>
      </dgm:prSet>
      <dgm:spPr/>
    </dgm:pt>
    <dgm:pt modelId="{2FAA0E64-BA64-4A1E-96BE-ADA5CB136C05}" type="pres">
      <dgm:prSet presAssocID="{3016279A-1137-411E-9CA5-41BA63A2F750}" presName="spaceBetweenRectangles" presStyleCnt="0"/>
      <dgm:spPr/>
    </dgm:pt>
    <dgm:pt modelId="{564B0FCE-1B70-4C35-8896-92B028EE107D}" type="pres">
      <dgm:prSet presAssocID="{438BB630-EF5F-4608-B768-C5AFFE6802B1}" presName="parentLin" presStyleCnt="0"/>
      <dgm:spPr/>
    </dgm:pt>
    <dgm:pt modelId="{A37D7C53-F876-43E9-823B-951A60E397B9}" type="pres">
      <dgm:prSet presAssocID="{438BB630-EF5F-4608-B768-C5AFFE6802B1}" presName="parentLeftMargin" presStyleLbl="node1" presStyleIdx="1" presStyleCnt="4"/>
      <dgm:spPr/>
    </dgm:pt>
    <dgm:pt modelId="{5ACD8DE7-3A18-4C3D-8AAC-1AF3BC7CEBD8}" type="pres">
      <dgm:prSet presAssocID="{438BB630-EF5F-4608-B768-C5AFFE6802B1}" presName="parentText" presStyleLbl="node1" presStyleIdx="2" presStyleCnt="4" custScaleX="100909" custScaleY="156680">
        <dgm:presLayoutVars>
          <dgm:chMax val="0"/>
          <dgm:bulletEnabled val="1"/>
        </dgm:presLayoutVars>
      </dgm:prSet>
      <dgm:spPr/>
    </dgm:pt>
    <dgm:pt modelId="{192F0F51-3D61-47AC-8DA4-AAA248CCCC09}" type="pres">
      <dgm:prSet presAssocID="{438BB630-EF5F-4608-B768-C5AFFE6802B1}" presName="negativeSpace" presStyleCnt="0"/>
      <dgm:spPr/>
    </dgm:pt>
    <dgm:pt modelId="{004166ED-07F6-4C73-B7F1-A17EDC074875}" type="pres">
      <dgm:prSet presAssocID="{438BB630-EF5F-4608-B768-C5AFFE6802B1}" presName="childText" presStyleLbl="conFgAcc1" presStyleIdx="2" presStyleCnt="4">
        <dgm:presLayoutVars>
          <dgm:bulletEnabled val="1"/>
        </dgm:presLayoutVars>
      </dgm:prSet>
      <dgm:spPr/>
    </dgm:pt>
    <dgm:pt modelId="{7F517C57-BA5A-4EE0-A503-8515B3BE62C8}" type="pres">
      <dgm:prSet presAssocID="{0546CF1D-3B28-4008-9165-860B83984042}" presName="spaceBetweenRectangles" presStyleCnt="0"/>
      <dgm:spPr/>
    </dgm:pt>
    <dgm:pt modelId="{58175A93-4A65-4F14-901C-295021F330A0}" type="pres">
      <dgm:prSet presAssocID="{2E37B46C-38B3-4105-9DCA-F52E1A1DB874}" presName="parentLin" presStyleCnt="0"/>
      <dgm:spPr/>
    </dgm:pt>
    <dgm:pt modelId="{DEB212D0-1116-4FA7-8A0B-B59C9912C441}" type="pres">
      <dgm:prSet presAssocID="{2E37B46C-38B3-4105-9DCA-F52E1A1DB874}" presName="parentLeftMargin" presStyleLbl="node1" presStyleIdx="2" presStyleCnt="4"/>
      <dgm:spPr/>
    </dgm:pt>
    <dgm:pt modelId="{A984B29E-A6C9-41B3-A004-C2F40C473ADA}" type="pres">
      <dgm:prSet presAssocID="{2E37B46C-38B3-4105-9DCA-F52E1A1DB87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9B86475-F11F-4FC7-9AE2-C3E5BB95EA8E}" type="pres">
      <dgm:prSet presAssocID="{2E37B46C-38B3-4105-9DCA-F52E1A1DB874}" presName="negativeSpace" presStyleCnt="0"/>
      <dgm:spPr/>
    </dgm:pt>
    <dgm:pt modelId="{9E9FB21D-E761-4C57-B405-389A10CA6D4D}" type="pres">
      <dgm:prSet presAssocID="{2E37B46C-38B3-4105-9DCA-F52E1A1DB874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8B7B1410-61A0-4B69-8E21-B1D1F5006BDA}" srcId="{EB51AE6E-6C28-4092-865C-90B256FA82AF}" destId="{05865A01-222C-4DF4-ADCE-FCA3E2A7EDFB}" srcOrd="1" destOrd="0" parTransId="{4E0E3628-22C3-4394-8E20-837B4357E4C0}" sibTransId="{3016279A-1137-411E-9CA5-41BA63A2F750}"/>
    <dgm:cxn modelId="{E4510330-927F-4A70-B2DE-B93BACE8310C}" type="presOf" srcId="{438BB630-EF5F-4608-B768-C5AFFE6802B1}" destId="{A37D7C53-F876-43E9-823B-951A60E397B9}" srcOrd="0" destOrd="0" presId="urn:microsoft.com/office/officeart/2005/8/layout/list1"/>
    <dgm:cxn modelId="{CD943B30-3260-4BA1-BFFD-81DB0ADC9496}" srcId="{EB51AE6E-6C28-4092-865C-90B256FA82AF}" destId="{2E37B46C-38B3-4105-9DCA-F52E1A1DB874}" srcOrd="3" destOrd="0" parTransId="{06C65E95-70D7-467A-9211-32387A53F2FD}" sibTransId="{2F008B64-57B6-40A4-A56E-00AC5DDA6D3B}"/>
    <dgm:cxn modelId="{C3FEC648-576A-4D59-A7D7-09EBCC486B8C}" type="presOf" srcId="{05865A01-222C-4DF4-ADCE-FCA3E2A7EDFB}" destId="{33597A83-12F3-437F-8AB9-24A924EA9566}" srcOrd="0" destOrd="0" presId="urn:microsoft.com/office/officeart/2005/8/layout/list1"/>
    <dgm:cxn modelId="{A3EB1253-9341-4E37-8236-C6B667AD9E74}" srcId="{EB51AE6E-6C28-4092-865C-90B256FA82AF}" destId="{00719704-12B7-4E8A-AF82-7E436AFDE0A8}" srcOrd="0" destOrd="0" parTransId="{34017CA1-3427-4245-B3B0-3AF7C2F312EB}" sibTransId="{023FC394-DD85-4650-A503-CE5ECBBB39F1}"/>
    <dgm:cxn modelId="{951F6D77-F90D-4BDE-8362-EB1FEBA03DE5}" type="presOf" srcId="{438BB630-EF5F-4608-B768-C5AFFE6802B1}" destId="{5ACD8DE7-3A18-4C3D-8AAC-1AF3BC7CEBD8}" srcOrd="1" destOrd="0" presId="urn:microsoft.com/office/officeart/2005/8/layout/list1"/>
    <dgm:cxn modelId="{AD5C3358-A0D2-4C44-8BAC-3AA522B57097}" srcId="{EB51AE6E-6C28-4092-865C-90B256FA82AF}" destId="{438BB630-EF5F-4608-B768-C5AFFE6802B1}" srcOrd="2" destOrd="0" parTransId="{8343FE9C-7028-4A08-B49C-2FED02ADF136}" sibTransId="{0546CF1D-3B28-4008-9165-860B83984042}"/>
    <dgm:cxn modelId="{10C9217A-9A58-4245-84C8-CDC18D00944C}" type="presOf" srcId="{2E37B46C-38B3-4105-9DCA-F52E1A1DB874}" destId="{DEB212D0-1116-4FA7-8A0B-B59C9912C441}" srcOrd="0" destOrd="0" presId="urn:microsoft.com/office/officeart/2005/8/layout/list1"/>
    <dgm:cxn modelId="{2F36A17C-5C30-4CD1-950A-2E1615E4798E}" type="presOf" srcId="{05865A01-222C-4DF4-ADCE-FCA3E2A7EDFB}" destId="{B1DA2E06-33F7-4142-A3A8-A3CA86510030}" srcOrd="1" destOrd="0" presId="urn:microsoft.com/office/officeart/2005/8/layout/list1"/>
    <dgm:cxn modelId="{5874A49E-F51E-4E1A-A8DD-966E688481AE}" type="presOf" srcId="{00719704-12B7-4E8A-AF82-7E436AFDE0A8}" destId="{6A90DB53-1E29-4837-BAAF-DAFBC0EC7744}" srcOrd="1" destOrd="0" presId="urn:microsoft.com/office/officeart/2005/8/layout/list1"/>
    <dgm:cxn modelId="{401228BF-E86F-4462-8692-9393A7E6C26E}" type="presOf" srcId="{00719704-12B7-4E8A-AF82-7E436AFDE0A8}" destId="{F4D47A70-0C57-447A-8921-B731DEA21D7C}" srcOrd="0" destOrd="0" presId="urn:microsoft.com/office/officeart/2005/8/layout/list1"/>
    <dgm:cxn modelId="{9DFB52D5-7A2E-4163-9E2B-A00FE02C0B0E}" type="presOf" srcId="{2E37B46C-38B3-4105-9DCA-F52E1A1DB874}" destId="{A984B29E-A6C9-41B3-A004-C2F40C473ADA}" srcOrd="1" destOrd="0" presId="urn:microsoft.com/office/officeart/2005/8/layout/list1"/>
    <dgm:cxn modelId="{907064EE-5D9D-4D28-919B-D51DE6F365C7}" type="presOf" srcId="{EB51AE6E-6C28-4092-865C-90B256FA82AF}" destId="{F6F7A2F0-26A3-4C77-859C-5743C5153B55}" srcOrd="0" destOrd="0" presId="urn:microsoft.com/office/officeart/2005/8/layout/list1"/>
    <dgm:cxn modelId="{C15F764B-BA34-4D74-A845-D0731605FE1D}" type="presParOf" srcId="{F6F7A2F0-26A3-4C77-859C-5743C5153B55}" destId="{F1852CEA-9F9D-4E5B-8097-27DA7EE11C63}" srcOrd="0" destOrd="0" presId="urn:microsoft.com/office/officeart/2005/8/layout/list1"/>
    <dgm:cxn modelId="{EC45C5BA-67F7-43B4-ACEF-A0D1846FB06A}" type="presParOf" srcId="{F1852CEA-9F9D-4E5B-8097-27DA7EE11C63}" destId="{F4D47A70-0C57-447A-8921-B731DEA21D7C}" srcOrd="0" destOrd="0" presId="urn:microsoft.com/office/officeart/2005/8/layout/list1"/>
    <dgm:cxn modelId="{5AFD54BD-BE12-4AA1-B75A-D1FD6CA92D58}" type="presParOf" srcId="{F1852CEA-9F9D-4E5B-8097-27DA7EE11C63}" destId="{6A90DB53-1E29-4837-BAAF-DAFBC0EC7744}" srcOrd="1" destOrd="0" presId="urn:microsoft.com/office/officeart/2005/8/layout/list1"/>
    <dgm:cxn modelId="{68F2FF52-60FE-4388-AB8F-9C97292D6511}" type="presParOf" srcId="{F6F7A2F0-26A3-4C77-859C-5743C5153B55}" destId="{A3B354E7-B874-46B0-8F10-D67D1DEA25BA}" srcOrd="1" destOrd="0" presId="urn:microsoft.com/office/officeart/2005/8/layout/list1"/>
    <dgm:cxn modelId="{D5003C57-C6D5-4557-8B22-D4C9B141E145}" type="presParOf" srcId="{F6F7A2F0-26A3-4C77-859C-5743C5153B55}" destId="{2BDFE833-C105-48E3-B904-5B8C8F16A747}" srcOrd="2" destOrd="0" presId="urn:microsoft.com/office/officeart/2005/8/layout/list1"/>
    <dgm:cxn modelId="{5CBD0677-3683-4B5A-B6C6-E9947CA8321C}" type="presParOf" srcId="{F6F7A2F0-26A3-4C77-859C-5743C5153B55}" destId="{DE9194C6-68D3-41A5-B599-2E56D4D3B448}" srcOrd="3" destOrd="0" presId="urn:microsoft.com/office/officeart/2005/8/layout/list1"/>
    <dgm:cxn modelId="{AC59C373-F552-4818-BB2C-24021EED6A2C}" type="presParOf" srcId="{F6F7A2F0-26A3-4C77-859C-5743C5153B55}" destId="{6DD7D664-0DD0-4117-AF6B-C4EE6108574F}" srcOrd="4" destOrd="0" presId="urn:microsoft.com/office/officeart/2005/8/layout/list1"/>
    <dgm:cxn modelId="{87A1D794-FC11-4403-BBC3-C0FB05F6FFDF}" type="presParOf" srcId="{6DD7D664-0DD0-4117-AF6B-C4EE6108574F}" destId="{33597A83-12F3-437F-8AB9-24A924EA9566}" srcOrd="0" destOrd="0" presId="urn:microsoft.com/office/officeart/2005/8/layout/list1"/>
    <dgm:cxn modelId="{2A4F7AF4-94B4-4167-BBBA-FA9277153783}" type="presParOf" srcId="{6DD7D664-0DD0-4117-AF6B-C4EE6108574F}" destId="{B1DA2E06-33F7-4142-A3A8-A3CA86510030}" srcOrd="1" destOrd="0" presId="urn:microsoft.com/office/officeart/2005/8/layout/list1"/>
    <dgm:cxn modelId="{AE7F7381-6A56-41C0-8996-F80702EADF84}" type="presParOf" srcId="{F6F7A2F0-26A3-4C77-859C-5743C5153B55}" destId="{EA4C21C6-5B32-43C7-BB01-4C397D7FAF64}" srcOrd="5" destOrd="0" presId="urn:microsoft.com/office/officeart/2005/8/layout/list1"/>
    <dgm:cxn modelId="{9DDC0AC8-0C73-4B73-A784-05B0A8E38DBD}" type="presParOf" srcId="{F6F7A2F0-26A3-4C77-859C-5743C5153B55}" destId="{819D768B-E362-405B-B65C-F0D02E4FC4C3}" srcOrd="6" destOrd="0" presId="urn:microsoft.com/office/officeart/2005/8/layout/list1"/>
    <dgm:cxn modelId="{43345475-CC4E-4D49-8018-811AE9B847C6}" type="presParOf" srcId="{F6F7A2F0-26A3-4C77-859C-5743C5153B55}" destId="{2FAA0E64-BA64-4A1E-96BE-ADA5CB136C05}" srcOrd="7" destOrd="0" presId="urn:microsoft.com/office/officeart/2005/8/layout/list1"/>
    <dgm:cxn modelId="{3DB05F48-4ACE-4612-877A-8158FDE11649}" type="presParOf" srcId="{F6F7A2F0-26A3-4C77-859C-5743C5153B55}" destId="{564B0FCE-1B70-4C35-8896-92B028EE107D}" srcOrd="8" destOrd="0" presId="urn:microsoft.com/office/officeart/2005/8/layout/list1"/>
    <dgm:cxn modelId="{F5F54D96-F6EB-4484-B6CF-1FCB7B85E6FB}" type="presParOf" srcId="{564B0FCE-1B70-4C35-8896-92B028EE107D}" destId="{A37D7C53-F876-43E9-823B-951A60E397B9}" srcOrd="0" destOrd="0" presId="urn:microsoft.com/office/officeart/2005/8/layout/list1"/>
    <dgm:cxn modelId="{29D35AC0-2FD1-4FF8-AC67-C5D834669F90}" type="presParOf" srcId="{564B0FCE-1B70-4C35-8896-92B028EE107D}" destId="{5ACD8DE7-3A18-4C3D-8AAC-1AF3BC7CEBD8}" srcOrd="1" destOrd="0" presId="urn:microsoft.com/office/officeart/2005/8/layout/list1"/>
    <dgm:cxn modelId="{28079184-0143-40B0-A52D-BBB93DFA624A}" type="presParOf" srcId="{F6F7A2F0-26A3-4C77-859C-5743C5153B55}" destId="{192F0F51-3D61-47AC-8DA4-AAA248CCCC09}" srcOrd="9" destOrd="0" presId="urn:microsoft.com/office/officeart/2005/8/layout/list1"/>
    <dgm:cxn modelId="{EC09EB70-FF45-41BB-BA64-DDF00BCD4B58}" type="presParOf" srcId="{F6F7A2F0-26A3-4C77-859C-5743C5153B55}" destId="{004166ED-07F6-4C73-B7F1-A17EDC074875}" srcOrd="10" destOrd="0" presId="urn:microsoft.com/office/officeart/2005/8/layout/list1"/>
    <dgm:cxn modelId="{52975CD5-6CC0-4540-9FA3-B9C85079B648}" type="presParOf" srcId="{F6F7A2F0-26A3-4C77-859C-5743C5153B55}" destId="{7F517C57-BA5A-4EE0-A503-8515B3BE62C8}" srcOrd="11" destOrd="0" presId="urn:microsoft.com/office/officeart/2005/8/layout/list1"/>
    <dgm:cxn modelId="{2CF6AE14-BE5F-4818-A3C6-D53F41B2D7F7}" type="presParOf" srcId="{F6F7A2F0-26A3-4C77-859C-5743C5153B55}" destId="{58175A93-4A65-4F14-901C-295021F330A0}" srcOrd="12" destOrd="0" presId="urn:microsoft.com/office/officeart/2005/8/layout/list1"/>
    <dgm:cxn modelId="{2DCEF59F-1C0B-4FBE-87F3-4412FAA4F36B}" type="presParOf" srcId="{58175A93-4A65-4F14-901C-295021F330A0}" destId="{DEB212D0-1116-4FA7-8A0B-B59C9912C441}" srcOrd="0" destOrd="0" presId="urn:microsoft.com/office/officeart/2005/8/layout/list1"/>
    <dgm:cxn modelId="{86B8757A-A617-4956-A58F-D421AD00209D}" type="presParOf" srcId="{58175A93-4A65-4F14-901C-295021F330A0}" destId="{A984B29E-A6C9-41B3-A004-C2F40C473ADA}" srcOrd="1" destOrd="0" presId="urn:microsoft.com/office/officeart/2005/8/layout/list1"/>
    <dgm:cxn modelId="{F00FD6BE-41E4-4076-AEE6-4AD4B47144F1}" type="presParOf" srcId="{F6F7A2F0-26A3-4C77-859C-5743C5153B55}" destId="{59B86475-F11F-4FC7-9AE2-C3E5BB95EA8E}" srcOrd="13" destOrd="0" presId="urn:microsoft.com/office/officeart/2005/8/layout/list1"/>
    <dgm:cxn modelId="{12022042-8F03-4530-9410-CC45A77D7A1A}" type="presParOf" srcId="{F6F7A2F0-26A3-4C77-859C-5743C5153B55}" destId="{9E9FB21D-E761-4C57-B405-389A10CA6D4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4FEE5D3-42E3-40C9-89C0-422967F32E85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F2EA380-8E3A-48DD-9814-95940153FDE9}">
      <dgm:prSet phldrT="[Text]"/>
      <dgm:spPr/>
      <dgm:t>
        <a:bodyPr/>
        <a:lstStyle/>
        <a:p>
          <a:r>
            <a:rPr lang="en-US" dirty="0"/>
            <a:t>Queries</a:t>
          </a:r>
          <a:endParaRPr lang="en-IN" dirty="0"/>
        </a:p>
      </dgm:t>
    </dgm:pt>
    <dgm:pt modelId="{082E3F39-8E58-40DB-AA5D-81756E4BCF2D}" type="parTrans" cxnId="{4535121D-2510-4B01-946D-F406CADE9015}">
      <dgm:prSet/>
      <dgm:spPr/>
      <dgm:t>
        <a:bodyPr/>
        <a:lstStyle/>
        <a:p>
          <a:endParaRPr lang="en-IN"/>
        </a:p>
      </dgm:t>
    </dgm:pt>
    <dgm:pt modelId="{FA6959FC-1560-4500-AECF-946BC74BE3F7}" type="sibTrans" cxnId="{4535121D-2510-4B01-946D-F406CADE9015}">
      <dgm:prSet/>
      <dgm:spPr/>
      <dgm:t>
        <a:bodyPr/>
        <a:lstStyle/>
        <a:p>
          <a:endParaRPr lang="en-IN"/>
        </a:p>
      </dgm:t>
    </dgm:pt>
    <dgm:pt modelId="{CD5700D2-E65C-400D-B6DB-86C0E542FD18}">
      <dgm:prSet phldrT="[Text]"/>
      <dgm:spPr/>
      <dgm:t>
        <a:bodyPr/>
        <a:lstStyle/>
        <a:p>
          <a:r>
            <a:rPr lang="en-US" dirty="0"/>
            <a:t>Mutation</a:t>
          </a:r>
          <a:endParaRPr lang="en-IN" dirty="0"/>
        </a:p>
      </dgm:t>
    </dgm:pt>
    <dgm:pt modelId="{126200DB-7895-4C3E-AA15-1A1E7C8891D0}" type="parTrans" cxnId="{5EFA3710-0434-4D71-8D1A-074ED73CF50F}">
      <dgm:prSet/>
      <dgm:spPr/>
      <dgm:t>
        <a:bodyPr/>
        <a:lstStyle/>
        <a:p>
          <a:endParaRPr lang="en-IN"/>
        </a:p>
      </dgm:t>
    </dgm:pt>
    <dgm:pt modelId="{72A1FDF0-7839-4345-9C22-E698FFF977AF}" type="sibTrans" cxnId="{5EFA3710-0434-4D71-8D1A-074ED73CF50F}">
      <dgm:prSet/>
      <dgm:spPr/>
      <dgm:t>
        <a:bodyPr/>
        <a:lstStyle/>
        <a:p>
          <a:endParaRPr lang="en-IN"/>
        </a:p>
      </dgm:t>
    </dgm:pt>
    <dgm:pt modelId="{45C4DEF4-33FB-4C2C-A68A-9A2927500C46}">
      <dgm:prSet phldrT="[Text]"/>
      <dgm:spPr/>
      <dgm:t>
        <a:bodyPr/>
        <a:lstStyle/>
        <a:p>
          <a:r>
            <a:rPr lang="en-US" dirty="0"/>
            <a:t>Subscription</a:t>
          </a:r>
          <a:endParaRPr lang="en-IN" dirty="0"/>
        </a:p>
      </dgm:t>
    </dgm:pt>
    <dgm:pt modelId="{49659CE3-43D6-4761-9743-E7A1BCE4C1BC}" type="parTrans" cxnId="{691813F5-8D5B-4942-8984-F3D70C712502}">
      <dgm:prSet/>
      <dgm:spPr/>
      <dgm:t>
        <a:bodyPr/>
        <a:lstStyle/>
        <a:p>
          <a:endParaRPr lang="en-IN"/>
        </a:p>
      </dgm:t>
    </dgm:pt>
    <dgm:pt modelId="{53D51320-2989-404C-BDF9-102B1A780721}" type="sibTrans" cxnId="{691813F5-8D5B-4942-8984-F3D70C712502}">
      <dgm:prSet/>
      <dgm:spPr/>
      <dgm:t>
        <a:bodyPr/>
        <a:lstStyle/>
        <a:p>
          <a:endParaRPr lang="en-IN"/>
        </a:p>
      </dgm:t>
    </dgm:pt>
    <dgm:pt modelId="{79F15052-0376-442E-87DB-C156751D82D0}" type="pres">
      <dgm:prSet presAssocID="{54FEE5D3-42E3-40C9-89C0-422967F32E85}" presName="linear" presStyleCnt="0">
        <dgm:presLayoutVars>
          <dgm:dir/>
          <dgm:animLvl val="lvl"/>
          <dgm:resizeHandles val="exact"/>
        </dgm:presLayoutVars>
      </dgm:prSet>
      <dgm:spPr/>
    </dgm:pt>
    <dgm:pt modelId="{059C4921-F987-433E-AF56-C5C721283CF0}" type="pres">
      <dgm:prSet presAssocID="{AF2EA380-8E3A-48DD-9814-95940153FDE9}" presName="parentLin" presStyleCnt="0"/>
      <dgm:spPr/>
    </dgm:pt>
    <dgm:pt modelId="{4AF4A8B0-85A5-481D-9827-04FD9E5847D7}" type="pres">
      <dgm:prSet presAssocID="{AF2EA380-8E3A-48DD-9814-95940153FDE9}" presName="parentLeftMargin" presStyleLbl="node1" presStyleIdx="0" presStyleCnt="3"/>
      <dgm:spPr/>
    </dgm:pt>
    <dgm:pt modelId="{5EF4F3DD-AEB4-46C4-B26D-6107D13D40D2}" type="pres">
      <dgm:prSet presAssocID="{AF2EA380-8E3A-48DD-9814-95940153FDE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48FFEE6-5F8C-40C1-96F2-2E78252B3F0F}" type="pres">
      <dgm:prSet presAssocID="{AF2EA380-8E3A-48DD-9814-95940153FDE9}" presName="negativeSpace" presStyleCnt="0"/>
      <dgm:spPr/>
    </dgm:pt>
    <dgm:pt modelId="{8E958B7A-2F66-442E-B155-5DD3366AF784}" type="pres">
      <dgm:prSet presAssocID="{AF2EA380-8E3A-48DD-9814-95940153FDE9}" presName="childText" presStyleLbl="conFgAcc1" presStyleIdx="0" presStyleCnt="3">
        <dgm:presLayoutVars>
          <dgm:bulletEnabled val="1"/>
        </dgm:presLayoutVars>
      </dgm:prSet>
      <dgm:spPr/>
    </dgm:pt>
    <dgm:pt modelId="{15B8DDBA-B967-4B12-B3DE-B3AD1064A20D}" type="pres">
      <dgm:prSet presAssocID="{FA6959FC-1560-4500-AECF-946BC74BE3F7}" presName="spaceBetweenRectangles" presStyleCnt="0"/>
      <dgm:spPr/>
    </dgm:pt>
    <dgm:pt modelId="{A7BCCFAD-CEA4-425F-9CDB-9C1C77F97DBC}" type="pres">
      <dgm:prSet presAssocID="{CD5700D2-E65C-400D-B6DB-86C0E542FD18}" presName="parentLin" presStyleCnt="0"/>
      <dgm:spPr/>
    </dgm:pt>
    <dgm:pt modelId="{B9212112-71E5-485A-A249-104241229DD6}" type="pres">
      <dgm:prSet presAssocID="{CD5700D2-E65C-400D-B6DB-86C0E542FD18}" presName="parentLeftMargin" presStyleLbl="node1" presStyleIdx="0" presStyleCnt="3"/>
      <dgm:spPr/>
    </dgm:pt>
    <dgm:pt modelId="{363AB1DC-CFAC-446E-B56A-3AB052E1B230}" type="pres">
      <dgm:prSet presAssocID="{CD5700D2-E65C-400D-B6DB-86C0E542FD1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9C02351-9721-4AB0-B48B-62A8CF39EA5E}" type="pres">
      <dgm:prSet presAssocID="{CD5700D2-E65C-400D-B6DB-86C0E542FD18}" presName="negativeSpace" presStyleCnt="0"/>
      <dgm:spPr/>
    </dgm:pt>
    <dgm:pt modelId="{BE4D215C-EEE8-479B-9E4A-DE0B7950F7F1}" type="pres">
      <dgm:prSet presAssocID="{CD5700D2-E65C-400D-B6DB-86C0E542FD18}" presName="childText" presStyleLbl="conFgAcc1" presStyleIdx="1" presStyleCnt="3">
        <dgm:presLayoutVars>
          <dgm:bulletEnabled val="1"/>
        </dgm:presLayoutVars>
      </dgm:prSet>
      <dgm:spPr/>
    </dgm:pt>
    <dgm:pt modelId="{E799C518-05B9-4D5B-AB52-7D89A9F839A8}" type="pres">
      <dgm:prSet presAssocID="{72A1FDF0-7839-4345-9C22-E698FFF977AF}" presName="spaceBetweenRectangles" presStyleCnt="0"/>
      <dgm:spPr/>
    </dgm:pt>
    <dgm:pt modelId="{DA34F3CD-78B3-4117-A6D7-341C2B001E8B}" type="pres">
      <dgm:prSet presAssocID="{45C4DEF4-33FB-4C2C-A68A-9A2927500C46}" presName="parentLin" presStyleCnt="0"/>
      <dgm:spPr/>
    </dgm:pt>
    <dgm:pt modelId="{D414C33D-4BEC-4069-A8C7-5DF9C4B04D07}" type="pres">
      <dgm:prSet presAssocID="{45C4DEF4-33FB-4C2C-A68A-9A2927500C46}" presName="parentLeftMargin" presStyleLbl="node1" presStyleIdx="1" presStyleCnt="3"/>
      <dgm:spPr/>
    </dgm:pt>
    <dgm:pt modelId="{96FAE190-6888-42F5-9ABF-1C830A5C5B25}" type="pres">
      <dgm:prSet presAssocID="{45C4DEF4-33FB-4C2C-A68A-9A2927500C4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6D090A5-9332-47DB-B283-10B7272F4DC0}" type="pres">
      <dgm:prSet presAssocID="{45C4DEF4-33FB-4C2C-A68A-9A2927500C46}" presName="negativeSpace" presStyleCnt="0"/>
      <dgm:spPr/>
    </dgm:pt>
    <dgm:pt modelId="{41B20301-A425-4567-9A62-42D8EE28B0E0}" type="pres">
      <dgm:prSet presAssocID="{45C4DEF4-33FB-4C2C-A68A-9A2927500C4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EFA3710-0434-4D71-8D1A-074ED73CF50F}" srcId="{54FEE5D3-42E3-40C9-89C0-422967F32E85}" destId="{CD5700D2-E65C-400D-B6DB-86C0E542FD18}" srcOrd="1" destOrd="0" parTransId="{126200DB-7895-4C3E-AA15-1A1E7C8891D0}" sibTransId="{72A1FDF0-7839-4345-9C22-E698FFF977AF}"/>
    <dgm:cxn modelId="{94E93717-7055-4D3D-9034-DE9059194727}" type="presOf" srcId="{CD5700D2-E65C-400D-B6DB-86C0E542FD18}" destId="{B9212112-71E5-485A-A249-104241229DD6}" srcOrd="0" destOrd="0" presId="urn:microsoft.com/office/officeart/2005/8/layout/list1"/>
    <dgm:cxn modelId="{4535121D-2510-4B01-946D-F406CADE9015}" srcId="{54FEE5D3-42E3-40C9-89C0-422967F32E85}" destId="{AF2EA380-8E3A-48DD-9814-95940153FDE9}" srcOrd="0" destOrd="0" parTransId="{082E3F39-8E58-40DB-AA5D-81756E4BCF2D}" sibTransId="{FA6959FC-1560-4500-AECF-946BC74BE3F7}"/>
    <dgm:cxn modelId="{1A62271E-215C-4CC8-87D4-C739658FFA50}" type="presOf" srcId="{CD5700D2-E65C-400D-B6DB-86C0E542FD18}" destId="{363AB1DC-CFAC-446E-B56A-3AB052E1B230}" srcOrd="1" destOrd="0" presId="urn:microsoft.com/office/officeart/2005/8/layout/list1"/>
    <dgm:cxn modelId="{A975292E-8678-42FF-A47C-E7A3FF7B87C2}" type="presOf" srcId="{54FEE5D3-42E3-40C9-89C0-422967F32E85}" destId="{79F15052-0376-442E-87DB-C156751D82D0}" srcOrd="0" destOrd="0" presId="urn:microsoft.com/office/officeart/2005/8/layout/list1"/>
    <dgm:cxn modelId="{04E5A13E-C088-46AB-94A6-569EDDB35677}" type="presOf" srcId="{45C4DEF4-33FB-4C2C-A68A-9A2927500C46}" destId="{96FAE190-6888-42F5-9ABF-1C830A5C5B25}" srcOrd="1" destOrd="0" presId="urn:microsoft.com/office/officeart/2005/8/layout/list1"/>
    <dgm:cxn modelId="{150D226A-D85E-47C2-84F4-7CE5ED03574B}" type="presOf" srcId="{AF2EA380-8E3A-48DD-9814-95940153FDE9}" destId="{4AF4A8B0-85A5-481D-9827-04FD9E5847D7}" srcOrd="0" destOrd="0" presId="urn:microsoft.com/office/officeart/2005/8/layout/list1"/>
    <dgm:cxn modelId="{7428507B-8D6B-4AB1-875B-A1FC46DE7DD4}" type="presOf" srcId="{AF2EA380-8E3A-48DD-9814-95940153FDE9}" destId="{5EF4F3DD-AEB4-46C4-B26D-6107D13D40D2}" srcOrd="1" destOrd="0" presId="urn:microsoft.com/office/officeart/2005/8/layout/list1"/>
    <dgm:cxn modelId="{7AB06180-4001-42B6-8F0E-A9500CB398A6}" type="presOf" srcId="{45C4DEF4-33FB-4C2C-A68A-9A2927500C46}" destId="{D414C33D-4BEC-4069-A8C7-5DF9C4B04D07}" srcOrd="0" destOrd="0" presId="urn:microsoft.com/office/officeart/2005/8/layout/list1"/>
    <dgm:cxn modelId="{691813F5-8D5B-4942-8984-F3D70C712502}" srcId="{54FEE5D3-42E3-40C9-89C0-422967F32E85}" destId="{45C4DEF4-33FB-4C2C-A68A-9A2927500C46}" srcOrd="2" destOrd="0" parTransId="{49659CE3-43D6-4761-9743-E7A1BCE4C1BC}" sibTransId="{53D51320-2989-404C-BDF9-102B1A780721}"/>
    <dgm:cxn modelId="{0A2FE3FD-1019-4B7C-B5D0-161571784354}" type="presParOf" srcId="{79F15052-0376-442E-87DB-C156751D82D0}" destId="{059C4921-F987-433E-AF56-C5C721283CF0}" srcOrd="0" destOrd="0" presId="urn:microsoft.com/office/officeart/2005/8/layout/list1"/>
    <dgm:cxn modelId="{479FFB58-959F-428C-99A0-F7FA89F8F0DD}" type="presParOf" srcId="{059C4921-F987-433E-AF56-C5C721283CF0}" destId="{4AF4A8B0-85A5-481D-9827-04FD9E5847D7}" srcOrd="0" destOrd="0" presId="urn:microsoft.com/office/officeart/2005/8/layout/list1"/>
    <dgm:cxn modelId="{14B02CA4-69DA-48B8-87DB-BAA0786F7BEC}" type="presParOf" srcId="{059C4921-F987-433E-AF56-C5C721283CF0}" destId="{5EF4F3DD-AEB4-46C4-B26D-6107D13D40D2}" srcOrd="1" destOrd="0" presId="urn:microsoft.com/office/officeart/2005/8/layout/list1"/>
    <dgm:cxn modelId="{572EA452-C836-41D6-98AC-1DC651A58846}" type="presParOf" srcId="{79F15052-0376-442E-87DB-C156751D82D0}" destId="{848FFEE6-5F8C-40C1-96F2-2E78252B3F0F}" srcOrd="1" destOrd="0" presId="urn:microsoft.com/office/officeart/2005/8/layout/list1"/>
    <dgm:cxn modelId="{2764AC9B-F224-4B62-963B-9A3BF4A54916}" type="presParOf" srcId="{79F15052-0376-442E-87DB-C156751D82D0}" destId="{8E958B7A-2F66-442E-B155-5DD3366AF784}" srcOrd="2" destOrd="0" presId="urn:microsoft.com/office/officeart/2005/8/layout/list1"/>
    <dgm:cxn modelId="{F546C851-3115-4A57-861C-21AD7BA4B924}" type="presParOf" srcId="{79F15052-0376-442E-87DB-C156751D82D0}" destId="{15B8DDBA-B967-4B12-B3DE-B3AD1064A20D}" srcOrd="3" destOrd="0" presId="urn:microsoft.com/office/officeart/2005/8/layout/list1"/>
    <dgm:cxn modelId="{4EA8D0C1-9C77-428D-A14E-CA8E19C999E5}" type="presParOf" srcId="{79F15052-0376-442E-87DB-C156751D82D0}" destId="{A7BCCFAD-CEA4-425F-9CDB-9C1C77F97DBC}" srcOrd="4" destOrd="0" presId="urn:microsoft.com/office/officeart/2005/8/layout/list1"/>
    <dgm:cxn modelId="{828E20C5-1A42-4A16-8E22-3B5ED9EFE085}" type="presParOf" srcId="{A7BCCFAD-CEA4-425F-9CDB-9C1C77F97DBC}" destId="{B9212112-71E5-485A-A249-104241229DD6}" srcOrd="0" destOrd="0" presId="urn:microsoft.com/office/officeart/2005/8/layout/list1"/>
    <dgm:cxn modelId="{7F4DBECC-CFEC-4921-8515-CC2CFD04C14C}" type="presParOf" srcId="{A7BCCFAD-CEA4-425F-9CDB-9C1C77F97DBC}" destId="{363AB1DC-CFAC-446E-B56A-3AB052E1B230}" srcOrd="1" destOrd="0" presId="urn:microsoft.com/office/officeart/2005/8/layout/list1"/>
    <dgm:cxn modelId="{C566B951-E303-43D0-B2E2-195986CE34A3}" type="presParOf" srcId="{79F15052-0376-442E-87DB-C156751D82D0}" destId="{89C02351-9721-4AB0-B48B-62A8CF39EA5E}" srcOrd="5" destOrd="0" presId="urn:microsoft.com/office/officeart/2005/8/layout/list1"/>
    <dgm:cxn modelId="{9B87C8DB-D8F2-464C-9789-A36F12C0A341}" type="presParOf" srcId="{79F15052-0376-442E-87DB-C156751D82D0}" destId="{BE4D215C-EEE8-479B-9E4A-DE0B7950F7F1}" srcOrd="6" destOrd="0" presId="urn:microsoft.com/office/officeart/2005/8/layout/list1"/>
    <dgm:cxn modelId="{F401B781-6E4E-4FFD-B2C8-DDF379B1B45A}" type="presParOf" srcId="{79F15052-0376-442E-87DB-C156751D82D0}" destId="{E799C518-05B9-4D5B-AB52-7D89A9F839A8}" srcOrd="7" destOrd="0" presId="urn:microsoft.com/office/officeart/2005/8/layout/list1"/>
    <dgm:cxn modelId="{AFDDD438-57EB-46E5-8FE3-9D4AC134B592}" type="presParOf" srcId="{79F15052-0376-442E-87DB-C156751D82D0}" destId="{DA34F3CD-78B3-4117-A6D7-341C2B001E8B}" srcOrd="8" destOrd="0" presId="urn:microsoft.com/office/officeart/2005/8/layout/list1"/>
    <dgm:cxn modelId="{3E90C4E0-5DFB-4514-8622-5675CF993C59}" type="presParOf" srcId="{DA34F3CD-78B3-4117-A6D7-341C2B001E8B}" destId="{D414C33D-4BEC-4069-A8C7-5DF9C4B04D07}" srcOrd="0" destOrd="0" presId="urn:microsoft.com/office/officeart/2005/8/layout/list1"/>
    <dgm:cxn modelId="{34A306A4-DF52-453D-837F-B4560179A13C}" type="presParOf" srcId="{DA34F3CD-78B3-4117-A6D7-341C2B001E8B}" destId="{96FAE190-6888-42F5-9ABF-1C830A5C5B25}" srcOrd="1" destOrd="0" presId="urn:microsoft.com/office/officeart/2005/8/layout/list1"/>
    <dgm:cxn modelId="{7CF23A1D-080B-4410-BE8C-AEFF7847D501}" type="presParOf" srcId="{79F15052-0376-442E-87DB-C156751D82D0}" destId="{66D090A5-9332-47DB-B283-10B7272F4DC0}" srcOrd="9" destOrd="0" presId="urn:microsoft.com/office/officeart/2005/8/layout/list1"/>
    <dgm:cxn modelId="{80CB03DC-F066-4887-89A6-79D68456DB98}" type="presParOf" srcId="{79F15052-0376-442E-87DB-C156751D82D0}" destId="{41B20301-A425-4567-9A62-42D8EE28B0E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DFE833-C105-48E3-B904-5B8C8F16A747}">
      <dsp:nvSpPr>
        <dsp:cNvPr id="0" name=""/>
        <dsp:cNvSpPr/>
      </dsp:nvSpPr>
      <dsp:spPr>
        <a:xfrm>
          <a:off x="0" y="851671"/>
          <a:ext cx="821014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90DB53-1E29-4837-BAAF-DAFBC0EC7744}">
      <dsp:nvSpPr>
        <dsp:cNvPr id="0" name=""/>
        <dsp:cNvSpPr/>
      </dsp:nvSpPr>
      <dsp:spPr>
        <a:xfrm>
          <a:off x="455260" y="648681"/>
          <a:ext cx="5747101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227" tIns="0" rIns="21722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An Event Triggered HTTP request</a:t>
          </a:r>
          <a:endParaRPr lang="en-IN" sz="1500" kern="1200" dirty="0"/>
        </a:p>
      </dsp:txBody>
      <dsp:txXfrm>
        <a:off x="476876" y="670297"/>
        <a:ext cx="5703869" cy="399568"/>
      </dsp:txXfrm>
    </dsp:sp>
    <dsp:sp modelId="{93EA9B58-AC6B-4DE8-9E99-5E4B814DC975}">
      <dsp:nvSpPr>
        <dsp:cNvPr id="0" name=""/>
        <dsp:cNvSpPr/>
      </dsp:nvSpPr>
      <dsp:spPr>
        <a:xfrm>
          <a:off x="0" y="1532071"/>
          <a:ext cx="821014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9C958A-46B3-4FE4-9663-A155785228E9}">
      <dsp:nvSpPr>
        <dsp:cNvPr id="0" name=""/>
        <dsp:cNvSpPr/>
      </dsp:nvSpPr>
      <dsp:spPr>
        <a:xfrm>
          <a:off x="503721" y="1310670"/>
          <a:ext cx="5747101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227" tIns="0" rIns="21722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HTTP callback action triggered by an event in a server</a:t>
          </a:r>
          <a:endParaRPr lang="en-IN" sz="1500" kern="1200" dirty="0"/>
        </a:p>
      </dsp:txBody>
      <dsp:txXfrm>
        <a:off x="525337" y="1332286"/>
        <a:ext cx="5703869" cy="399568"/>
      </dsp:txXfrm>
    </dsp:sp>
    <dsp:sp modelId="{058586DD-1A59-494C-9D0D-772B5F6F1399}">
      <dsp:nvSpPr>
        <dsp:cNvPr id="0" name=""/>
        <dsp:cNvSpPr/>
      </dsp:nvSpPr>
      <dsp:spPr>
        <a:xfrm>
          <a:off x="0" y="2214892"/>
          <a:ext cx="821014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2ACC09-91B0-4D68-A8A5-ACEDA5FE03E0}">
      <dsp:nvSpPr>
        <dsp:cNvPr id="0" name=""/>
        <dsp:cNvSpPr/>
      </dsp:nvSpPr>
      <dsp:spPr>
        <a:xfrm>
          <a:off x="503721" y="1991070"/>
          <a:ext cx="5747101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227" tIns="0" rIns="21722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Uses HTTP as protocol</a:t>
          </a:r>
          <a:endParaRPr lang="en-IN" sz="1500" kern="1200" dirty="0"/>
        </a:p>
      </dsp:txBody>
      <dsp:txXfrm>
        <a:off x="525337" y="2012686"/>
        <a:ext cx="5703869" cy="3995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DFE833-C105-48E3-B904-5B8C8F16A747}">
      <dsp:nvSpPr>
        <dsp:cNvPr id="0" name=""/>
        <dsp:cNvSpPr/>
      </dsp:nvSpPr>
      <dsp:spPr>
        <a:xfrm>
          <a:off x="0" y="818413"/>
          <a:ext cx="9436154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90DB53-1E29-4837-BAAF-DAFBC0EC7744}">
      <dsp:nvSpPr>
        <dsp:cNvPr id="0" name=""/>
        <dsp:cNvSpPr/>
      </dsp:nvSpPr>
      <dsp:spPr>
        <a:xfrm>
          <a:off x="523244" y="628955"/>
          <a:ext cx="6605307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665" tIns="0" rIns="249665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It establishes 2 way persistent com channel</a:t>
          </a:r>
          <a:endParaRPr lang="en-IN" sz="1400" kern="1200" dirty="0"/>
        </a:p>
      </dsp:txBody>
      <dsp:txXfrm>
        <a:off x="543419" y="649130"/>
        <a:ext cx="6564957" cy="372930"/>
      </dsp:txXfrm>
    </dsp:sp>
    <dsp:sp modelId="{819D768B-E362-405B-B65C-F0D02E4FC4C3}">
      <dsp:nvSpPr>
        <dsp:cNvPr id="0" name=""/>
        <dsp:cNvSpPr/>
      </dsp:nvSpPr>
      <dsp:spPr>
        <a:xfrm>
          <a:off x="0" y="1471854"/>
          <a:ext cx="9436154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DA2E06-33F7-4142-A3A8-A3CA86510030}">
      <dsp:nvSpPr>
        <dsp:cNvPr id="0" name=""/>
        <dsp:cNvSpPr/>
      </dsp:nvSpPr>
      <dsp:spPr>
        <a:xfrm>
          <a:off x="471807" y="1265214"/>
          <a:ext cx="6605307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665" tIns="0" rIns="249665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Is a Protocol by itself unlike Webhooks which uses HTTP</a:t>
          </a:r>
          <a:endParaRPr lang="en-IN" sz="1400" kern="1200" dirty="0"/>
        </a:p>
      </dsp:txBody>
      <dsp:txXfrm>
        <a:off x="491982" y="1285389"/>
        <a:ext cx="6564957" cy="372930"/>
      </dsp:txXfrm>
    </dsp:sp>
    <dsp:sp modelId="{004166ED-07F6-4C73-B7F1-A17EDC074875}">
      <dsp:nvSpPr>
        <dsp:cNvPr id="0" name=""/>
        <dsp:cNvSpPr/>
      </dsp:nvSpPr>
      <dsp:spPr>
        <a:xfrm>
          <a:off x="0" y="2341142"/>
          <a:ext cx="9436154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CD8DE7-3A18-4C3D-8AAC-1AF3BC7CEBD8}">
      <dsp:nvSpPr>
        <dsp:cNvPr id="0" name=""/>
        <dsp:cNvSpPr/>
      </dsp:nvSpPr>
      <dsp:spPr>
        <a:xfrm>
          <a:off x="471807" y="1900254"/>
          <a:ext cx="6665350" cy="6475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665" tIns="0" rIns="249665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 err="1"/>
            <a:t>WebSockets</a:t>
          </a:r>
          <a:r>
            <a:rPr lang="en-US" sz="1400" b="0" i="0" kern="1200" dirty="0"/>
            <a:t> can be very beneficial when working on               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low-latency server-client data streaming applications.</a:t>
          </a:r>
          <a:endParaRPr lang="en-US" sz="1400" kern="1200" dirty="0"/>
        </a:p>
      </dsp:txBody>
      <dsp:txXfrm>
        <a:off x="503417" y="1931864"/>
        <a:ext cx="6602130" cy="584307"/>
      </dsp:txXfrm>
    </dsp:sp>
    <dsp:sp modelId="{9E9FB21D-E761-4C57-B405-389A10CA6D4D}">
      <dsp:nvSpPr>
        <dsp:cNvPr id="0" name=""/>
        <dsp:cNvSpPr/>
      </dsp:nvSpPr>
      <dsp:spPr>
        <a:xfrm>
          <a:off x="0" y="2976182"/>
          <a:ext cx="9436154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84B29E-A6C9-41B3-A004-C2F40C473ADA}">
      <dsp:nvSpPr>
        <dsp:cNvPr id="0" name=""/>
        <dsp:cNvSpPr/>
      </dsp:nvSpPr>
      <dsp:spPr>
        <a:xfrm>
          <a:off x="471807" y="2769542"/>
          <a:ext cx="6605307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665" tIns="0" rIns="249665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Best example of </a:t>
          </a:r>
          <a:r>
            <a:rPr lang="en-US" sz="1400" b="0" i="0" kern="1200" dirty="0" err="1"/>
            <a:t>WebSockets</a:t>
          </a:r>
          <a:r>
            <a:rPr lang="en-US" sz="1400" b="0" i="0" kern="1200" dirty="0"/>
            <a:t> is in chat applications like WhatsApp</a:t>
          </a:r>
          <a:endParaRPr lang="en-US" sz="1400" kern="1200" dirty="0"/>
        </a:p>
      </dsp:txBody>
      <dsp:txXfrm>
        <a:off x="491982" y="2789717"/>
        <a:ext cx="6564957" cy="372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958B7A-2F66-442E-B155-5DD3366AF784}">
      <dsp:nvSpPr>
        <dsp:cNvPr id="0" name=""/>
        <dsp:cNvSpPr/>
      </dsp:nvSpPr>
      <dsp:spPr>
        <a:xfrm>
          <a:off x="0" y="472884"/>
          <a:ext cx="8915400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F4F3DD-AEB4-46C4-B26D-6107D13D40D2}">
      <dsp:nvSpPr>
        <dsp:cNvPr id="0" name=""/>
        <dsp:cNvSpPr/>
      </dsp:nvSpPr>
      <dsp:spPr>
        <a:xfrm>
          <a:off x="445770" y="59604"/>
          <a:ext cx="6240780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Queries</a:t>
          </a:r>
          <a:endParaRPr lang="en-IN" sz="2800" kern="1200" dirty="0"/>
        </a:p>
      </dsp:txBody>
      <dsp:txXfrm>
        <a:off x="486119" y="99953"/>
        <a:ext cx="6160082" cy="745862"/>
      </dsp:txXfrm>
    </dsp:sp>
    <dsp:sp modelId="{BE4D215C-EEE8-479B-9E4A-DE0B7950F7F1}">
      <dsp:nvSpPr>
        <dsp:cNvPr id="0" name=""/>
        <dsp:cNvSpPr/>
      </dsp:nvSpPr>
      <dsp:spPr>
        <a:xfrm>
          <a:off x="0" y="1742965"/>
          <a:ext cx="8915400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3AB1DC-CFAC-446E-B56A-3AB052E1B230}">
      <dsp:nvSpPr>
        <dsp:cNvPr id="0" name=""/>
        <dsp:cNvSpPr/>
      </dsp:nvSpPr>
      <dsp:spPr>
        <a:xfrm>
          <a:off x="445770" y="1329684"/>
          <a:ext cx="6240780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Mutation</a:t>
          </a:r>
          <a:endParaRPr lang="en-IN" sz="2800" kern="1200" dirty="0"/>
        </a:p>
      </dsp:txBody>
      <dsp:txXfrm>
        <a:off x="486119" y="1370033"/>
        <a:ext cx="6160082" cy="745862"/>
      </dsp:txXfrm>
    </dsp:sp>
    <dsp:sp modelId="{41B20301-A425-4567-9A62-42D8EE28B0E0}">
      <dsp:nvSpPr>
        <dsp:cNvPr id="0" name=""/>
        <dsp:cNvSpPr/>
      </dsp:nvSpPr>
      <dsp:spPr>
        <a:xfrm>
          <a:off x="0" y="3013045"/>
          <a:ext cx="8915400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FAE190-6888-42F5-9ABF-1C830A5C5B25}">
      <dsp:nvSpPr>
        <dsp:cNvPr id="0" name=""/>
        <dsp:cNvSpPr/>
      </dsp:nvSpPr>
      <dsp:spPr>
        <a:xfrm>
          <a:off x="445770" y="2599765"/>
          <a:ext cx="6240780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Subscription</a:t>
          </a:r>
          <a:endParaRPr lang="en-IN" sz="2800" kern="1200" dirty="0"/>
        </a:p>
      </dsp:txBody>
      <dsp:txXfrm>
        <a:off x="486119" y="2640114"/>
        <a:ext cx="6160082" cy="7458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813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422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273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37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462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659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717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738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360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548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15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4319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2884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869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2493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588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353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graphq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197E1-782D-A59E-8EED-21BED1CE3F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FSAD – CS 05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5A9A92-76BB-3254-D35B-BA69BA8538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Course : – REST Api GRaphQL gRPC – Module 05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1330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6C4B6-14E6-6627-51F8-384F13C51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- DEMOS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7D9B0-50F2-2079-C770-7DC26F8A9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1) Swagger</a:t>
            </a:r>
          </a:p>
          <a:p>
            <a:r>
              <a:rPr lang="en-US" dirty="0"/>
              <a:t>3) Recap – React Sending Request to RESTAPI </a:t>
            </a:r>
          </a:p>
          <a:p>
            <a:r>
              <a:rPr lang="en-US" dirty="0"/>
              <a:t>4) Web Hook – Basic</a:t>
            </a:r>
          </a:p>
          <a:p>
            <a:r>
              <a:rPr lang="en-US" dirty="0"/>
              <a:t>5) WebSocket – Basic</a:t>
            </a:r>
          </a:p>
          <a:p>
            <a:r>
              <a:rPr lang="en-US" dirty="0"/>
              <a:t>6) Graphics QL</a:t>
            </a:r>
          </a:p>
          <a:p>
            <a:r>
              <a:rPr lang="en-US" dirty="0"/>
              <a:t>7) gRPC – </a:t>
            </a:r>
            <a:r>
              <a:rPr lang="en-US" b="1" dirty="0"/>
              <a:t>PUSHED to Post Mid-Sem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5243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52573-9A96-F78F-7239-EA2023EF9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Swagger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16305-D23B-8AB8-9943-53F775ACD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What are all the operations that your API supports?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What are your API’s parameters and what does it return?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Does your API need some authorization?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And even fun things like terms, contact information and license to use the API.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1224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0CC7D-A130-D01F-CD0C-AF8647A01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120" y="566556"/>
            <a:ext cx="6574536" cy="1259894"/>
          </a:xfrm>
        </p:spPr>
        <p:txBody>
          <a:bodyPr>
            <a:normAutofit/>
          </a:bodyPr>
          <a:lstStyle/>
          <a:p>
            <a:r>
              <a:rPr lang="en-US" dirty="0"/>
              <a:t>Webhooks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6653CE-B480-7D60-309E-04FE8CF0347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97735" y="1196503"/>
          <a:ext cx="8210145" cy="3260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Visualization of how Webhooks work">
            <a:extLst>
              <a:ext uri="{FF2B5EF4-FFF2-40B4-BE49-F238E27FC236}">
                <a16:creationId xmlns:a16="http://schemas.microsoft.com/office/drawing/2014/main" id="{74DB6C3A-B576-2715-EBAD-B097871D2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04289" y="4079397"/>
            <a:ext cx="7155196" cy="269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6414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A0263BF-A745-EAEF-1F07-08BAC4734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388" y="623888"/>
            <a:ext cx="8912225" cy="1281112"/>
          </a:xfrm>
        </p:spPr>
        <p:txBody>
          <a:bodyPr>
            <a:normAutofit/>
          </a:bodyPr>
          <a:lstStyle/>
          <a:p>
            <a:r>
              <a:rPr lang="en-US" dirty="0"/>
              <a:t>WebSocket</a:t>
            </a:r>
            <a:endParaRPr lang="en-IN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558FEB0-1B42-10C1-6C82-97BD66D3076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01853" y="1264444"/>
          <a:ext cx="9436154" cy="3959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9FA90925-B9D6-7359-F29B-46E3C544B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5521" y="4698460"/>
            <a:ext cx="5988818" cy="215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1724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7C56D-AC91-5B81-3097-6DCA4D9AE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GraphQL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3799C-CFE1-4FFD-E2DD-349601881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4155"/>
                </a:solidFill>
                <a:effectLst/>
                <a:latin typeface="__Roboto_Flex_b673aa"/>
              </a:rPr>
              <a:t>GraphQL is a query language for the API</a:t>
            </a:r>
          </a:p>
          <a:p>
            <a:r>
              <a:rPr lang="en-US" b="0" i="0" dirty="0">
                <a:solidFill>
                  <a:srgbClr val="334155"/>
                </a:solidFill>
                <a:effectLst/>
                <a:latin typeface="__Roboto_Flex_b673aa"/>
              </a:rPr>
              <a:t>A server-side runtime for executing queries using a type system you define for your data. </a:t>
            </a:r>
          </a:p>
          <a:p>
            <a:r>
              <a:rPr lang="en-US" dirty="0">
                <a:solidFill>
                  <a:srgbClr val="334155"/>
                </a:solidFill>
                <a:latin typeface="__Roboto_Flex_b673aa"/>
              </a:rPr>
              <a:t>Was initially developed by FACEBOOK</a:t>
            </a:r>
            <a:endParaRPr lang="en-US" b="0" i="0" dirty="0">
              <a:solidFill>
                <a:srgbClr val="334155"/>
              </a:solidFill>
              <a:effectLst/>
              <a:latin typeface="__Roboto_Flex_b673aa"/>
            </a:endParaRPr>
          </a:p>
          <a:p>
            <a:r>
              <a:rPr lang="en-US" dirty="0">
                <a:solidFill>
                  <a:srgbClr val="334155"/>
                </a:solidFill>
                <a:latin typeface="__Roboto_Flex_b673aa"/>
              </a:rPr>
              <a:t>W</a:t>
            </a:r>
            <a:r>
              <a:rPr lang="en-US" b="0" i="0" dirty="0">
                <a:solidFill>
                  <a:srgbClr val="334155"/>
                </a:solidFill>
                <a:effectLst/>
                <a:latin typeface="__Roboto_Flex_b673aa"/>
              </a:rPr>
              <a:t>as open-sourced in 2015 and has since been implemented in a variety of programming languages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280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0D130CB-44FA-C4A4-26F0-26E56D1E2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4104" y="1543556"/>
            <a:ext cx="8043011" cy="4524193"/>
          </a:xfr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C2B87B9-37E6-5851-F0F0-07FF11C2D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4885" y="262666"/>
            <a:ext cx="8911687" cy="1280890"/>
          </a:xfrm>
        </p:spPr>
        <p:txBody>
          <a:bodyPr/>
          <a:lstStyle/>
          <a:p>
            <a:r>
              <a:rPr lang="en-US" dirty="0"/>
              <a:t>GraphQL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5571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4D0864-5869-C5BA-E46F-CDE50623AE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7930" y="1445851"/>
            <a:ext cx="8225644" cy="4626924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A5B2F7B-BC41-823B-CBEC-FB281EC02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3964" y="303096"/>
            <a:ext cx="8911687" cy="1280890"/>
          </a:xfrm>
        </p:spPr>
        <p:txBody>
          <a:bodyPr/>
          <a:lstStyle/>
          <a:p>
            <a:r>
              <a:rPr lang="en-US" dirty="0"/>
              <a:t>GraphQL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0970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EF0B0C-2F8A-0235-4E8A-218A92FA9A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5532" y="1563114"/>
            <a:ext cx="8219872" cy="4623677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36B4CE-3DC8-3AD7-73C8-583C783F0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44" y="282224"/>
            <a:ext cx="8911687" cy="1280890"/>
          </a:xfrm>
        </p:spPr>
        <p:txBody>
          <a:bodyPr/>
          <a:lstStyle/>
          <a:p>
            <a:r>
              <a:rPr lang="en-US" dirty="0"/>
              <a:t>GraphQL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4394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D5B326-C02C-0786-32E6-E4BED1ABED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0201583"/>
              </p:ext>
            </p:extLst>
          </p:nvPr>
        </p:nvGraphicFramePr>
        <p:xfrm>
          <a:off x="2589213" y="2133600"/>
          <a:ext cx="89154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B8BD69F0-D65D-3FFC-1D7D-79635EFC3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3" y="305705"/>
            <a:ext cx="8911687" cy="1280890"/>
          </a:xfrm>
        </p:spPr>
        <p:txBody>
          <a:bodyPr/>
          <a:lstStyle/>
          <a:p>
            <a:r>
              <a:rPr lang="en-US" dirty="0"/>
              <a:t>GraphQL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4318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E920C-2BEC-4B29-C990-C92B9030D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0155F-5F95-5A16-B5F3-585F08AC8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212121"/>
                </a:solidFill>
                <a:effectLst/>
                <a:latin typeface="Inter"/>
                <a:hlinkClick r:id="rId2"/>
              </a:rPr>
              <a:t>http://localhost:8080/graphql</a:t>
            </a:r>
            <a:endParaRPr lang="en-IN" b="0" i="0" dirty="0">
              <a:solidFill>
                <a:srgbClr val="212121"/>
              </a:solidFill>
              <a:effectLst/>
              <a:latin typeface="Inter"/>
            </a:endParaRPr>
          </a:p>
          <a:p>
            <a:endParaRPr lang="en-IN" dirty="0">
              <a:solidFill>
                <a:srgbClr val="212121"/>
              </a:solidFill>
              <a:latin typeface="Inter"/>
            </a:endParaRPr>
          </a:p>
          <a:p>
            <a:r>
              <a:rPr lang="en-IN" dirty="0">
                <a:solidFill>
                  <a:srgbClr val="212121"/>
                </a:solidFill>
                <a:latin typeface="Inter"/>
              </a:rPr>
              <a:t>REF: </a:t>
            </a:r>
          </a:p>
          <a:p>
            <a:r>
              <a:rPr lang="en-IN" dirty="0"/>
              <a:t>https://graphql.org/learn/</a:t>
            </a:r>
          </a:p>
          <a:p>
            <a:endParaRPr lang="en-IN" dirty="0"/>
          </a:p>
          <a:p>
            <a:r>
              <a:rPr lang="en-IN"/>
              <a:t>https://www.geeksforgeeks.org/graphql-query/</a:t>
            </a:r>
          </a:p>
        </p:txBody>
      </p:sp>
    </p:spTree>
    <p:extLst>
      <p:ext uri="{BB962C8B-B14F-4D97-AF65-F5344CB8AC3E}">
        <p14:creationId xmlns:p14="http://schemas.microsoft.com/office/powerpoint/2010/main" val="382982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92090-9F76-C6EF-C698-4F798B659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550" y="3065752"/>
            <a:ext cx="8911687" cy="1280890"/>
          </a:xfrm>
          <a:scene3d>
            <a:camera prst="perspectiveContrastingRightFacing"/>
            <a:lightRig rig="threePt" dir="t"/>
          </a:scene3d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47159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885</TotalTime>
  <Words>240</Words>
  <Application>Microsoft Office PowerPoint</Application>
  <PresentationFormat>Widescreen</PresentationFormat>
  <Paragraphs>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__Roboto_Flex_b673aa</vt:lpstr>
      <vt:lpstr>Arial</vt:lpstr>
      <vt:lpstr>Century Gothic</vt:lpstr>
      <vt:lpstr>Inter</vt:lpstr>
      <vt:lpstr>Open Sans</vt:lpstr>
      <vt:lpstr>Wingdings 3</vt:lpstr>
      <vt:lpstr>Wisp</vt:lpstr>
      <vt:lpstr>FSAD – CS 05</vt:lpstr>
      <vt:lpstr>Agenda - DEMOS</vt:lpstr>
      <vt:lpstr>Swagger</vt:lpstr>
      <vt:lpstr>Webhooks</vt:lpstr>
      <vt:lpstr>WebSocket</vt:lpstr>
      <vt:lpstr>GraphQL</vt:lpstr>
      <vt:lpstr>GraphQL</vt:lpstr>
      <vt:lpstr>GraphQL</vt:lpstr>
      <vt:lpstr>GraphQL</vt:lpstr>
      <vt:lpstr>GraphQL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 ChandraShekar ..</dc:creator>
  <cp:lastModifiedBy>R ChandraShekar ..</cp:lastModifiedBy>
  <cp:revision>58</cp:revision>
  <dcterms:created xsi:type="dcterms:W3CDTF">2025-01-30T20:26:38Z</dcterms:created>
  <dcterms:modified xsi:type="dcterms:W3CDTF">2025-03-14T21:05:48Z</dcterms:modified>
</cp:coreProperties>
</file>